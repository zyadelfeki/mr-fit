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 (Cold open, ~0:45). Hook: 'How many fitness apps have you downloaded — and deleted?' Pause, then reveal MR-Fit. Keep energy high; do not read the slide. Set up that fitness apps are everywhere but intelligent ones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 (~1:30). Walk through the three pains slowly, one card at a time. Land the line: the problem isn't tracking — it's that nothing thinks. Transition: 'What if one platform could see everything and actually think? Here's [Presenter 2].'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2 (~1:30). Introduce MR-Fit as the AI fitness companion. Core idea: unify the data, then let AI act on it. Keep it visionary and confident. Then move into the product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2. Show the polished entry point — this is a product, not a school project. Mention auth (NextAuth / Supabase JWT).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2. The dashboard is where the 'unify' promise becomes real. Transition to Presenter 3 for the deep feature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3 (~start). Walk through logging UX. Note plans can be AI- or user-created.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3. Emphasise nutrition + training living together — the data silo problem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3. Progress visualisation drives motivation. Transition: 'All of this feeds the part that makes us different — the AI brain. Here's [Presenter 4].'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4 (~3:30). The crown jewel. Explain WHY RAG (grounds the LLM in our real exercise catalog, cuts hallucination). Be ready for: how does the Random Forest rep-counter work, what accuracy. Keep it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4. Show form analysis output. Tie back to Smart Tracker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4. The recovery engine closes the loop — data in, smarter plan out. Transition to Presenter 5 for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4. Demo-style narration of the coach. Then hand to Presenter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5 (~3:00). Build the stack top-to-bottom. Stress security: Row-Level Security isolates user data at the DB layer; service-role key never reaches the browser. Be ready for 'why Supabase + n8n'.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6 drives; Presenters 2 &amp; 4 narrate features/AI. HAVE A BACKUP VIDEO and pre-seed demo_seed.sql (17 workouts, 30 nutrition entries, 15 weight logs) in case of network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6. Summarise impact and learning. Be ready for: 'is it production-ready, hardest problem solved, what's next'.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6 closing line: 'MR-Fit isn't just another tracker — it's a companion that sees your whole picture and adapts. We're Team MR-Fit. Thank you — we'd love your questions.'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91840" y="182880"/>
            <a:ext cx="5577840" cy="5577840"/>
          </a:xfrm>
          <a:prstGeom prst="ellipse">
            <a:avLst/>
          </a:prstGeom>
          <a:noFill/>
          <a:ln w="19050">
            <a:solidFill>
              <a:srgbClr val="11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325880"/>
            <a:ext cx="356616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88620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E8EDF2"/>
                </a:solidFill>
                <a:latin typeface="Sora"/>
              </a:rPr>
              <a:t>MR-FIT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22E37D"/>
                </a:solidFill>
                <a:latin typeface="Inter"/>
              </a:rPr>
              <a:t>Your AI-Powered Fitness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97A6"/>
                </a:solidFill>
                <a:latin typeface="JetBrains Mono"/>
              </a:rPr>
              <a:t>Graduation Project Defense  •  Team MR-Fit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22E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E37D"/>
                </a:solidFill>
                <a:latin typeface="JetBrains Mono"/>
              </a:rPr>
              <a:t>PRESENTER 1  •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8EDF2"/>
                </a:solidFill>
                <a:latin typeface="Sora"/>
              </a:rPr>
              <a:t>Fitness apps are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E37D"/>
                </a:solidFill>
                <a:latin typeface="Sora"/>
              </a:rPr>
              <a:t>Intelligent ones aren’t.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3520440" cy="274320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C5C"/>
                </a:solidFill>
                <a:latin typeface="Sora"/>
              </a:rPr>
              <a:t>GENERIC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DF2"/>
                </a:solidFill>
                <a:latin typeface="Inter"/>
              </a:rPr>
              <a:t>One template for millions of different bodies and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651760"/>
            <a:ext cx="3520440" cy="274320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C5C"/>
                </a:solidFill>
                <a:latin typeface="Sora"/>
              </a:rPr>
              <a:t>STATIC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657600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DF2"/>
                </a:solidFill>
                <a:latin typeface="Inter"/>
              </a:rPr>
              <a:t>Plans never adapt to how your week, sleep, or recovery actually went.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651760"/>
            <a:ext cx="3520440" cy="274320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5C5C"/>
                </a:solidFill>
                <a:latin typeface="Sora"/>
              </a:rPr>
              <a:t>SILOED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57600"/>
            <a:ext cx="3017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DF2"/>
                </a:solidFill>
                <a:latin typeface="Inter"/>
              </a:rPr>
              <a:t>Workouts, nutrition, and wearable data never talk to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3B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BC9FF"/>
                </a:solidFill>
                <a:latin typeface="JetBrains Mono"/>
              </a:rPr>
              <a:t>PRESENTER 2  •  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8EDF2"/>
                </a:solidFill>
                <a:latin typeface="Sora"/>
              </a:rPr>
              <a:t>One platform that sees everything — and adapts.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280160" cy="63500"/>
          </a:xfrm>
          <a:prstGeom prst="rect">
            <a:avLst/>
          </a:prstGeom>
          <a:solidFill>
            <a:srgbClr val="3B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A97A6"/>
                </a:solidFill>
                <a:latin typeface="Inter"/>
              </a:rPr>
              <a:t>MR-Fit unifies your training, nutrition, and wearable data, then lets AI act on the full picture — generating plans, coaching you, and counting your reps automatically.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3383280"/>
            <a:ext cx="2377440" cy="237744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22E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8EDF2"/>
                </a:solidFill>
                <a:latin typeface="Sora"/>
              </a:rPr>
              <a:t>UNIFY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383280"/>
            <a:ext cx="2377440" cy="237744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34340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8EDF2"/>
                </a:solidFill>
                <a:latin typeface="Sora"/>
              </a:rPr>
              <a:t>UNDERSTAND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0" y="3383280"/>
            <a:ext cx="2377440" cy="237744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22E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34340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8EDF2"/>
                </a:solidFill>
                <a:latin typeface="Sora"/>
              </a:rPr>
              <a:t>ADAPT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3B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BC9FF"/>
                </a:solidFill>
                <a:latin typeface="JetBrains Mono"/>
              </a:rPr>
              <a:t>PRESENTER 2  •  FEATURE — LANDING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1980" y="1699260"/>
            <a:ext cx="5654040" cy="428244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22E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7315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E37D"/>
                </a:solidFill>
                <a:latin typeface="JetBrains Mono"/>
              </a:rPr>
              <a:t>FEATURE — LANDING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430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ora"/>
              </a:rPr>
              <a:t>A launch that sells the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Modern marketing landing page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Clear value proposition up front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Sign-in / sign-up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3B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BC9FF"/>
                </a:solidFill>
                <a:latin typeface="JetBrains Mono"/>
              </a:rPr>
              <a:t>PRESENTER 2  •  FEATURE —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5500" y="1699260"/>
            <a:ext cx="5654040" cy="428244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22E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7315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E37D"/>
                </a:solidFill>
                <a:latin typeface="JetBrains Mono"/>
              </a:rPr>
              <a:t>FEATURE —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ora"/>
              </a:rPr>
              <a:t>Everything in one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Unified home for training + nutrition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Daily macros vs. goals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Quick access to AI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B5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5FFFF"/>
                </a:solidFill>
                <a:latin typeface="JetBrains Mono"/>
              </a:rPr>
              <a:t>PRESENTER 3  •  FEATURE — WORKOUTS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1980" y="1699260"/>
            <a:ext cx="5654040" cy="428244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e_wor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7315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C9FF"/>
                </a:solidFill>
                <a:latin typeface="JetBrains Mono"/>
              </a:rPr>
              <a:t>FEATURE — WORKOUTS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430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ora"/>
              </a:rPr>
              <a:t>Log every set, rep &amp; 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Create and log workouts in seconds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Sets, reps, weights and notes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AI-generated plans flagged as source: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B5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5FFFF"/>
                </a:solidFill>
                <a:latin typeface="JetBrains Mono"/>
              </a:rPr>
              <a:t>PRESENTER 3  •  FEATURE — NUTRITION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5500" y="1699260"/>
            <a:ext cx="5654040" cy="428244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utrition log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7315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C9FF"/>
                </a:solidFill>
                <a:latin typeface="JetBrains Mono"/>
              </a:rPr>
              <a:t>FEATURE — NUTRITION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ora"/>
              </a:rPr>
              <a:t>Eat with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Search a large food database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Track daily macros against goals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Nutrition and training in one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B5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5FFFF"/>
                </a:solidFill>
                <a:latin typeface="JetBrains Mono"/>
              </a:rPr>
              <a:t>PRESENTER 3  •  FEATURE —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1980" y="1699260"/>
            <a:ext cx="5654040" cy="428244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gress tra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7315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C9FF"/>
                </a:solidFill>
                <a:latin typeface="JetBrains Mono"/>
              </a:rPr>
              <a:t>FEATURE —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430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ora"/>
              </a:rPr>
              <a:t>See the trend, not just the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Weight trend chart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Workout frequency heatmap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Personal records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B34D"/>
                </a:solidFill>
                <a:latin typeface="JetBrains Mono"/>
              </a:rPr>
              <a:t>PRESENTER 4  •  THE AI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8EDF2"/>
                </a:solidFill>
                <a:latin typeface="Sora"/>
              </a:rPr>
              <a:t>The AI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3BC9FF"/>
                </a:solidFill>
                <a:latin typeface="Inter"/>
              </a:rPr>
              <a:t>Three AI systems working on your real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20440" cy="402336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22E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E37D"/>
                </a:solidFill>
                <a:latin typeface="Sora"/>
              </a:rPr>
              <a:t>RAG WORKOUT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DF2"/>
                </a:solidFill>
                <a:latin typeface="Inter"/>
              </a:rPr>
              <a:t>800+ exercises embedded as 1536-dim vectors (pgvector). On 'Generate Plan', a similarity search picks the top candidates, then GPT-4o returns a structured JSON plan tailored to your goal and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520440" cy="402336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BC9FF"/>
                </a:solidFill>
                <a:latin typeface="Sora"/>
              </a:rPr>
              <a:t>AI COACH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8328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DF2"/>
                </a:solidFill>
                <a:latin typeface="Inter"/>
              </a:rPr>
              <a:t>A chat coach that reads live wearable context — sleep, HRV, resting heart rate — to give advice grounded in how your body is actually doing.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03120"/>
            <a:ext cx="3520440" cy="402336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FFB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3317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B34D"/>
                </a:solidFill>
                <a:latin typeface="Sora"/>
              </a:rPr>
              <a:t>SMART TRACKER (EDGE 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8328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DF2"/>
                </a:solidFill>
                <a:latin typeface="Inter"/>
              </a:rPr>
              <a:t>IMU sensor data streams into a trained Random Forest model (FastAPI) that classifies the exercise and counts reps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B34D"/>
                </a:solidFill>
                <a:latin typeface="JetBrains Mono"/>
              </a:rPr>
              <a:t>PRESENTER 4  •  AI — FORM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1980" y="1699260"/>
            <a:ext cx="5654040" cy="428244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 form 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7315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C9FF"/>
                </a:solidFill>
                <a:latin typeface="JetBrains Mono"/>
              </a:rPr>
              <a:t>AI — FORM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430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ora"/>
              </a:rPr>
              <a:t>AI form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Computer-vision / sensor-driven feedback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Flags technique issues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Helps prevent injury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B34D"/>
                </a:solidFill>
                <a:latin typeface="JetBrains Mono"/>
              </a:rPr>
              <a:t>PRESENTER 4  •  AI — RECOVERY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5500" y="1699260"/>
            <a:ext cx="5654040" cy="428244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FFB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 reckovery 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7315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34D"/>
                </a:solidFill>
                <a:latin typeface="JetBrains Mono"/>
              </a:rPr>
              <a:t>AI — RECOVERY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ora"/>
              </a:rPr>
              <a:t>AI recovery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Reads wearable recovery signals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Recommends rest vs. push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Adapts the plan to your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B34D"/>
                </a:solidFill>
                <a:latin typeface="JetBrains Mono"/>
              </a:rPr>
              <a:t>PRESENTER 4  •  AI — COACH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1980" y="1699260"/>
            <a:ext cx="5654040" cy="428244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_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7315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C9FF"/>
                </a:solidFill>
                <a:latin typeface="JetBrains Mono"/>
              </a:rPr>
              <a:t>AI — COACH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430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ora"/>
              </a:rPr>
              <a:t>Chat that knows your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Conversational fitness guidance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Pulls live wearable context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Personalized, not generic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FF7A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7AB3"/>
                </a:solidFill>
                <a:latin typeface="JetBrains Mono"/>
              </a:rPr>
              <a:t>PRESENTER 5  •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8EDF2"/>
                </a:solidFill>
                <a:latin typeface="Sora"/>
              </a:rPr>
              <a:t>How it all fits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841248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22E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E37D"/>
                </a:solidFill>
                <a:latin typeface="JetBrains Mono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72768"/>
            <a:ext cx="7040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DF2"/>
                </a:solidFill>
                <a:latin typeface="Inter"/>
              </a:rPr>
              <a:t>Next.js 14 App Router — Server Components, Tailwind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41448"/>
            <a:ext cx="10698480" cy="841248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51176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BC9FF"/>
                </a:solidFill>
                <a:latin typeface="JetBrains Mono"/>
              </a:rPr>
              <a:t>EDGE / BFF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51176"/>
            <a:ext cx="7040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DF2"/>
                </a:solidFill>
                <a:latin typeface="Inter"/>
              </a:rPr>
              <a:t>Next.js Route Handlers — validate &amp; proxy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19856"/>
            <a:ext cx="10698480" cy="841248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22E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9584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E37D"/>
                </a:solidFill>
                <a:latin typeface="JetBrains Mono"/>
              </a:rPr>
              <a:t>DATA — 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29584"/>
            <a:ext cx="7040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DF2"/>
                </a:solidFill>
                <a:latin typeface="Inter"/>
              </a:rPr>
              <a:t>Postgres 15 • Row-Level Security • Realtime • pgvector •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98264"/>
            <a:ext cx="10698480" cy="841248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07992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BC9FF"/>
                </a:solidFill>
                <a:latin typeface="JetBrains Mono"/>
              </a:rPr>
              <a:t>AUTOMATION — n8n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07992"/>
            <a:ext cx="7040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DF2"/>
                </a:solidFill>
                <a:latin typeface="Inter"/>
              </a:rPr>
              <a:t>workout-plan-generator • wearable-sync (cron) • progress-report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76672"/>
            <a:ext cx="10698480" cy="841248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FFB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B34D"/>
                </a:solidFill>
                <a:latin typeface="JetBrains Mono"/>
              </a:rPr>
              <a:t>AI / EXTERNAL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486400"/>
            <a:ext cx="7040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DF2"/>
                </a:solidFill>
                <a:latin typeface="Inter"/>
              </a:rPr>
              <a:t>OpenAI GPT-4o + embeddings • Garmin / Fitbit / Apple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EE7B7"/>
                </a:solidFill>
                <a:latin typeface="JetBrains Mono"/>
              </a:rPr>
              <a:t>PRESENTER 6  • 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475488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22E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22E37D"/>
                </a:solidFill>
                <a:latin typeface="Sora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8EDF2"/>
                </a:solidFill>
                <a:latin typeface="Inter"/>
              </a:rPr>
              <a:t>Sign in  →  Generate AI plan  →  Log a set  →  Watch the chart update live  →  Ask the AI Coach  →  Open the wearables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2735" y="320040"/>
            <a:ext cx="2743200" cy="457200"/>
          </a:xfrm>
          <a:prstGeom prst="round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9895" y="429768"/>
            <a:ext cx="201168" cy="201168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39935" y="310896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EE7B7"/>
                </a:solidFill>
                <a:latin typeface="JetBrains Mono"/>
              </a:rPr>
              <a:t>PRESENTER 6  •  RESULTS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2"/>
                </a:solidFill>
                <a:latin typeface="Sora"/>
              </a:rPr>
              <a:t>What we built — and what’s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429768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22E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E37D"/>
                </a:solidFill>
                <a:latin typeface="Sora"/>
              </a:rPr>
              <a:t>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5720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Full-stack AI fitness platform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RAG workout generation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Realtime tracking + charts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Edge-AI rep counting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Wearables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03520" cy="4297680"/>
          </a:xfrm>
          <a:prstGeom prst="roundRect">
            <a:avLst/>
          </a:prstGeom>
          <a:solidFill>
            <a:srgbClr val="111820"/>
          </a:solidFill>
          <a:ln w="15875">
            <a:solidFill>
              <a:srgbClr val="3B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19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BC9FF"/>
                </a:solidFill>
                <a:latin typeface="Sora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5720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600" b="0" i="0">
                <a:solidFill>
                  <a:srgbClr val="E8EDF2"/>
                </a:solidFill>
                <a:latin typeface="Inter"/>
              </a:rPr>
              <a:t/>
            </a:r>
            <a:r>
              <a:rPr sz="1600">
                <a:solidFill>
                  <a:srgbClr val="E8EDF2"/>
                </a:solidFill>
                <a:latin typeface="Inter"/>
              </a:rPr>
              <a:t>▸  Native mobile app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More wearable providers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Social / community challenges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On-device model for offline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8EDF2"/>
                </a:solidFill>
                <a:latin typeface="Inter"/>
              </a:rPr>
              <a:t>▸  Coach voice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463040"/>
            <a:ext cx="288036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66160"/>
            <a:ext cx="103601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E8EDF2"/>
                </a:solidFill>
                <a:latin typeface="Sora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2E37D"/>
                </a:solidFill>
                <a:latin typeface="Inter"/>
              </a:rPr>
              <a:t>MR-Fit — a fitness companion that sees your whole picture and adapts.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7A6"/>
                </a:solidFill>
                <a:latin typeface="JetBrains Mono"/>
              </a:rPr>
              <a:t>Team MR-Fit  •  Questions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MR-Fit — AI Fitness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6"/>
                </a:solidFill>
                <a:latin typeface="JetBrains Mono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